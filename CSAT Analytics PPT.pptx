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20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87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49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85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191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83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82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69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5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2283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0258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935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390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172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69D12-55B4-4395-8716-2A7ACAC17641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F89B4B0-4230-4DCD-9D24-7743A3351C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95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0247-CB1D-894D-12E3-1ECAAAC3E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1367" y="728663"/>
            <a:ext cx="7766936" cy="1800225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2"/>
                </a:solidFill>
              </a:rPr>
              <a:t>CSAT Analytics Dashboard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07DD11-DE6B-ED36-6E87-F2CA448D91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6154" y="2647421"/>
            <a:ext cx="7766936" cy="652991"/>
          </a:xfrm>
        </p:spPr>
        <p:txBody>
          <a:bodyPr>
            <a:normAutofit/>
          </a:bodyPr>
          <a:lstStyle/>
          <a:p>
            <a:r>
              <a:rPr lang="en-US" sz="2400" b="1" dirty="0"/>
              <a:t>Customer Satisfaction Analysis using Power BI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A2979-9CA1-1DC3-BF0B-FAF0028129EC}"/>
              </a:ext>
            </a:extLst>
          </p:cNvPr>
          <p:cNvSpPr txBox="1"/>
          <p:nvPr/>
        </p:nvSpPr>
        <p:spPr>
          <a:xfrm>
            <a:off x="6096000" y="3300412"/>
            <a:ext cx="357329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Ferdoune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Datamites – Certified Data Analyst (CDA)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 -5 Batch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Unique No: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CA12202596950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7161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9B139-52C5-E99D-FC71-EFD479B5444B}"/>
              </a:ext>
            </a:extLst>
          </p:cNvPr>
          <p:cNvSpPr txBox="1"/>
          <p:nvPr/>
        </p:nvSpPr>
        <p:spPr>
          <a:xfrm>
            <a:off x="1200150" y="528638"/>
            <a:ext cx="6315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00AE8-3604-201B-4F79-6E01CA3FB05D}"/>
              </a:ext>
            </a:extLst>
          </p:cNvPr>
          <p:cNvSpPr txBox="1"/>
          <p:nvPr/>
        </p:nvSpPr>
        <p:spPr>
          <a:xfrm>
            <a:off x="842963" y="1757363"/>
            <a:ext cx="78438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customer support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customer behavior and communication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response time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satisfaction.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insights using Power BI.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726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653836-28FE-6121-F7DB-992964EB0A2B}"/>
              </a:ext>
            </a:extLst>
          </p:cNvPr>
          <p:cNvSpPr txBox="1"/>
          <p:nvPr/>
        </p:nvSpPr>
        <p:spPr>
          <a:xfrm>
            <a:off x="885825" y="600075"/>
            <a:ext cx="7443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06F3A-288C-579E-E35A-550996D9711D}"/>
              </a:ext>
            </a:extLst>
          </p:cNvPr>
          <p:cNvSpPr txBox="1"/>
          <p:nvPr/>
        </p:nvSpPr>
        <p:spPr>
          <a:xfrm>
            <a:off x="771526" y="1757363"/>
            <a:ext cx="8686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CSAT Analytics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32,942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MySQL Database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CSAT 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Timestamp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for Calling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&amp; 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Channel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Center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366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CD11C-E393-6DDD-84D6-9C561817997D}"/>
              </a:ext>
            </a:extLst>
          </p:cNvPr>
          <p:cNvSpPr txBox="1"/>
          <p:nvPr/>
        </p:nvSpPr>
        <p:spPr>
          <a:xfrm>
            <a:off x="557213" y="557213"/>
            <a:ext cx="6257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CCC38-DB2B-881A-BECA-4E71E77A8E03}"/>
              </a:ext>
            </a:extLst>
          </p:cNvPr>
          <p:cNvSpPr txBox="1"/>
          <p:nvPr/>
        </p:nvSpPr>
        <p:spPr>
          <a:xfrm>
            <a:off x="428625" y="1443038"/>
            <a:ext cx="90868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Reporting</a:t>
            </a:r>
          </a:p>
        </p:txBody>
      </p:sp>
    </p:spTree>
    <p:extLst>
      <p:ext uri="{BB962C8B-B14F-4D97-AF65-F5344CB8AC3E}">
        <p14:creationId xmlns:p14="http://schemas.microsoft.com/office/powerpoint/2010/main" val="405702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C09B46-7C51-BA60-7F72-569CDA5B7763}"/>
              </a:ext>
            </a:extLst>
          </p:cNvPr>
          <p:cNvSpPr txBox="1"/>
          <p:nvPr/>
        </p:nvSpPr>
        <p:spPr>
          <a:xfrm>
            <a:off x="428625" y="457200"/>
            <a:ext cx="697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545D2-114F-01AD-17CB-A22AEDDC3A2F}"/>
              </a:ext>
            </a:extLst>
          </p:cNvPr>
          <p:cNvSpPr txBox="1"/>
          <p:nvPr/>
        </p:nvSpPr>
        <p:spPr>
          <a:xfrm>
            <a:off x="428625" y="1257300"/>
            <a:ext cx="9158288" cy="5143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57297-D88B-1A49-5B49-21FD79FEF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71575"/>
            <a:ext cx="9415463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6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52BD29-5EDB-9BE9-8AAF-055B79A4D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0" y="885824"/>
            <a:ext cx="9593596" cy="548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3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884D02-A35C-D300-CB57-EF1BE725B7F3}"/>
              </a:ext>
            </a:extLst>
          </p:cNvPr>
          <p:cNvSpPr txBox="1"/>
          <p:nvPr/>
        </p:nvSpPr>
        <p:spPr>
          <a:xfrm>
            <a:off x="942974" y="1200150"/>
            <a:ext cx="71437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Trends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State-wise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71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857B39-ACDB-CD5B-0677-463549605E70}"/>
              </a:ext>
            </a:extLst>
          </p:cNvPr>
          <p:cNvSpPr txBox="1"/>
          <p:nvPr/>
        </p:nvSpPr>
        <p:spPr>
          <a:xfrm>
            <a:off x="414338" y="442913"/>
            <a:ext cx="518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E66BC8-655E-14CB-39E2-C30F001CAD9D}"/>
              </a:ext>
            </a:extLst>
          </p:cNvPr>
          <p:cNvSpPr txBox="1"/>
          <p:nvPr/>
        </p:nvSpPr>
        <p:spPr>
          <a:xfrm>
            <a:off x="285750" y="1257300"/>
            <a:ext cx="87296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call centre is the most frequently used communication channel.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 calls were handled within SLA response time.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Billing-related issues generated the highest customer call volume.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interactions vary across states and channels.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and neutral sentiments contribute significantly to customer interactions.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 demand fluctuates over different periods.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965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0A7C1A-88B4-9832-E06D-DA6079E111F7}"/>
              </a:ext>
            </a:extLst>
          </p:cNvPr>
          <p:cNvSpPr txBox="1"/>
          <p:nvPr/>
        </p:nvSpPr>
        <p:spPr>
          <a:xfrm>
            <a:off x="414338" y="542925"/>
            <a:ext cx="6600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 &amp; Recommendations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5520B7-03CD-1E00-F80D-4DDAFE5EEE4E}"/>
              </a:ext>
            </a:extLst>
          </p:cNvPr>
          <p:cNvSpPr txBox="1"/>
          <p:nvPr/>
        </p:nvSpPr>
        <p:spPr>
          <a:xfrm>
            <a:off x="414338" y="1457325"/>
            <a:ext cx="90439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billing support services to reduce complaints.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SLA performance to improve customer satisfaction.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chatbot and email support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additional support resources during peak periods.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high-interaction regions for operational improvement.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921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5C640-2675-F8BC-3B79-B863A3B9CFA7}"/>
              </a:ext>
            </a:extLst>
          </p:cNvPr>
          <p:cNvSpPr txBox="1"/>
          <p:nvPr/>
        </p:nvSpPr>
        <p:spPr>
          <a:xfrm>
            <a:off x="457200" y="514350"/>
            <a:ext cx="6829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2F85-5E18-39E9-CB11-E327674A132B}"/>
              </a:ext>
            </a:extLst>
          </p:cNvPr>
          <p:cNvSpPr txBox="1"/>
          <p:nvPr/>
        </p:nvSpPr>
        <p:spPr>
          <a:xfrm>
            <a:off x="571500" y="1785938"/>
            <a:ext cx="82581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CSAT Analytics Dashboard successfully analyzed customer support data.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helped identify customer behavior, response performance, and communication trends.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visualizations provided meaningful business insights.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can help improve customer satisfaction and operational efficiency.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53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E2C238-C394-93C4-3370-344151EB12A0}"/>
              </a:ext>
            </a:extLst>
          </p:cNvPr>
          <p:cNvSpPr txBox="1"/>
          <p:nvPr/>
        </p:nvSpPr>
        <p:spPr>
          <a:xfrm>
            <a:off x="2743200" y="2680603"/>
            <a:ext cx="504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86656424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293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Trebuchet MS</vt:lpstr>
      <vt:lpstr>Wingdings 3</vt:lpstr>
      <vt:lpstr>Facet</vt:lpstr>
      <vt:lpstr>CSAT Analytics Dashboard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Shanthi Marie Mandjiny</dc:creator>
  <cp:lastModifiedBy>Shanthi Marie Mandjiny</cp:lastModifiedBy>
  <cp:revision>2</cp:revision>
  <dcterms:created xsi:type="dcterms:W3CDTF">2026-05-26T09:43:54Z</dcterms:created>
  <dcterms:modified xsi:type="dcterms:W3CDTF">2026-05-26T13:47:56Z</dcterms:modified>
</cp:coreProperties>
</file>